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4108"/>
            <a:ext cx="8229600" cy="11430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dirty="0"/>
              <a:t>Intelligent Resume-Based Job Suggestion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691" y="3642853"/>
            <a:ext cx="8229600" cy="1828800"/>
          </a:xfrm>
        </p:spPr>
        <p:txBody>
          <a:bodyPr>
            <a:normAutofit/>
          </a:bodyPr>
          <a:lstStyle/>
          <a:p>
            <a:r>
              <a:rPr sz="2400" dirty="0"/>
              <a:t>AI-powered resume to job matching platform</a:t>
            </a:r>
          </a:p>
          <a:p>
            <a:r>
              <a:rPr sz="2400" dirty="0"/>
              <a:t>Semantic similarity + Skill-gap analysis</a:t>
            </a:r>
          </a:p>
          <a:p>
            <a:r>
              <a:rPr sz="2400" dirty="0"/>
              <a:t>Explainable recommendations using LLMs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C1CA6DC-0300-594A-4988-6BD268355337}"/>
              </a:ext>
            </a:extLst>
          </p:cNvPr>
          <p:cNvSpPr txBox="1">
            <a:spLocks/>
          </p:cNvSpPr>
          <p:nvPr/>
        </p:nvSpPr>
        <p:spPr>
          <a:xfrm>
            <a:off x="5604386" y="5594553"/>
            <a:ext cx="2718619" cy="68825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solidFill>
                  <a:schemeClr val="bg1">
                    <a:lumMod val="50000"/>
                  </a:schemeClr>
                </a:solidFill>
              </a:rPr>
              <a:t>Presented by: </a:t>
            </a:r>
          </a:p>
          <a:p>
            <a:pPr marL="0" indent="0" algn="ctr">
              <a:buNone/>
            </a:pPr>
            <a:r>
              <a:rPr lang="en-US">
                <a:solidFill>
                  <a:schemeClr val="bg1">
                    <a:lumMod val="50000"/>
                  </a:schemeClr>
                </a:solidFill>
              </a:rPr>
              <a:t>S. Priya Roshini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Traditional job portals rely on keyword matching</a:t>
            </a:r>
          </a:p>
          <a:p>
            <a:r>
              <a:rPr sz="2400" dirty="0"/>
              <a:t>Fail to capture semantic meaning and real skills</a:t>
            </a:r>
          </a:p>
          <a:p>
            <a:r>
              <a:rPr sz="2400" dirty="0"/>
              <a:t>Need intelligent, explainable job matching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Resume parsing (PDF/DOCX)</a:t>
            </a:r>
          </a:p>
          <a:p>
            <a:r>
              <a:rPr sz="2400" dirty="0"/>
              <a:t>Real-time job fetching (</a:t>
            </a:r>
            <a:r>
              <a:rPr sz="2400" dirty="0" err="1"/>
              <a:t>Adzuna</a:t>
            </a:r>
            <a:r>
              <a:rPr sz="2400" dirty="0"/>
              <a:t> / </a:t>
            </a:r>
            <a:r>
              <a:rPr sz="2400" dirty="0" err="1"/>
              <a:t>JSearch</a:t>
            </a:r>
            <a:r>
              <a:rPr sz="2400" dirty="0"/>
              <a:t>)</a:t>
            </a:r>
          </a:p>
          <a:p>
            <a:r>
              <a:rPr sz="2400" dirty="0"/>
              <a:t>Semantic similarity scoring</a:t>
            </a:r>
          </a:p>
          <a:p>
            <a:r>
              <a:rPr sz="2400" dirty="0"/>
              <a:t>Skill-gap detection and explanation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Frontend: </a:t>
            </a:r>
            <a:r>
              <a:rPr sz="2400" dirty="0" err="1"/>
              <a:t>Streamlit</a:t>
            </a:r>
            <a:endParaRPr sz="2400" dirty="0"/>
          </a:p>
          <a:p>
            <a:r>
              <a:rPr sz="2400" dirty="0"/>
              <a:t>Backend: AWS Lambda + APIs</a:t>
            </a:r>
          </a:p>
          <a:p>
            <a:r>
              <a:rPr sz="2400" dirty="0"/>
              <a:t>Database: MongoDB Atlas</a:t>
            </a:r>
          </a:p>
          <a:p>
            <a:r>
              <a:rPr sz="2400" dirty="0"/>
              <a:t>Storage: AWS S3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&amp; ML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Sentence Transformers (all-MiniLM-L6-v2)</a:t>
            </a:r>
          </a:p>
          <a:p>
            <a:r>
              <a:rPr sz="2400" dirty="0"/>
              <a:t>Cosine similarity-based ranking</a:t>
            </a:r>
          </a:p>
          <a:p>
            <a:r>
              <a:rPr sz="2400" dirty="0"/>
              <a:t>LLM-based explanation (GPT-4o-mini / GPT-5.1)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Ranking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Semantic Similarity – 55%</a:t>
            </a:r>
          </a:p>
          <a:p>
            <a:r>
              <a:rPr sz="2400" dirty="0"/>
              <a:t>Keyword Overlap – 25%</a:t>
            </a:r>
          </a:p>
          <a:p>
            <a:r>
              <a:rPr sz="2400" dirty="0"/>
              <a:t>Recency – 10%</a:t>
            </a:r>
          </a:p>
          <a:p>
            <a:r>
              <a:rPr sz="2400" dirty="0"/>
              <a:t>Popularity (Neutral) – 10%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Resume upload &amp; parsing</a:t>
            </a:r>
          </a:p>
          <a:p>
            <a:r>
              <a:rPr sz="2400" dirty="0"/>
              <a:t>Top-20 job recommendations</a:t>
            </a:r>
          </a:p>
          <a:p>
            <a:r>
              <a:rPr sz="2400" dirty="0"/>
              <a:t>Skill-gap heatmaps</a:t>
            </a:r>
          </a:p>
          <a:p>
            <a:r>
              <a:rPr sz="2400" dirty="0"/>
              <a:t>Coursera course suggestions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Python, </a:t>
            </a:r>
            <a:r>
              <a:rPr sz="2400" dirty="0" err="1"/>
              <a:t>Streamlit</a:t>
            </a:r>
            <a:endParaRPr sz="2400" dirty="0"/>
          </a:p>
          <a:p>
            <a:r>
              <a:rPr sz="2400" dirty="0"/>
              <a:t>Sentence Transformers</a:t>
            </a:r>
          </a:p>
          <a:p>
            <a:r>
              <a:rPr sz="2400" dirty="0"/>
              <a:t>MongoDB Atlas</a:t>
            </a:r>
          </a:p>
          <a:p>
            <a:r>
              <a:rPr sz="2400" dirty="0"/>
              <a:t>AWS Lambda &amp; S3</a:t>
            </a:r>
          </a:p>
          <a:p>
            <a:r>
              <a:rPr sz="2400" dirty="0"/>
              <a:t>OpenAI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End-to-end AI job recommendation system</a:t>
            </a:r>
          </a:p>
          <a:p>
            <a:r>
              <a:rPr sz="2400" dirty="0"/>
              <a:t>Explainable and industry-aligned design</a:t>
            </a:r>
          </a:p>
          <a:p>
            <a:r>
              <a:rPr sz="2400" dirty="0"/>
              <a:t>Scalable, modular, and cost-efficient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181</Words>
  <Application>Microsoft Office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Intelligent Resume-Based Job Suggestion System</vt:lpstr>
      <vt:lpstr>Problem Statement</vt:lpstr>
      <vt:lpstr>Project Objectives</vt:lpstr>
      <vt:lpstr>System Architecture</vt:lpstr>
      <vt:lpstr>AI &amp; ML Components</vt:lpstr>
      <vt:lpstr>Job Ranking Formula</vt:lpstr>
      <vt:lpstr>Streamlit Features</vt:lpstr>
      <vt:lpstr>Technologies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roshinil.priya2@outlook.com</cp:lastModifiedBy>
  <cp:revision>3</cp:revision>
  <dcterms:created xsi:type="dcterms:W3CDTF">2013-01-27T09:14:16Z</dcterms:created>
  <dcterms:modified xsi:type="dcterms:W3CDTF">2025-12-27T14:04:24Z</dcterms:modified>
  <cp:category/>
</cp:coreProperties>
</file>